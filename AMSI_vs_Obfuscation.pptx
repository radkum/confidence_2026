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9748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AMSI vs. Obfuscation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20440"/>
            <a:ext cx="121889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0" i="1">
                <a:solidFill>
                  <a:srgbClr val="FFFFFF"/>
                </a:solidFill>
              </a:rPr>
              <a:t>A Cat-and-Mouse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937760"/>
            <a:ext cx="121889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AABBCC"/>
                </a:solidFill>
              </a:rPr>
              <a:t>Radosław Kumorek  •  Kaseya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440680"/>
            <a:ext cx="121889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778899"/>
                </a:solidFill>
              </a:rPr>
              <a:t>Two-layer defense against PowerShell-based AMSI bypass</a:t>
            </a:r>
          </a:p>
          <a:p>
            <a:pPr algn="ctr"/>
            <a:r>
              <a:rPr sz="1500" b="0" i="0">
                <a:solidFill>
                  <a:srgbClr val="778899"/>
                </a:solidFill>
              </a:rPr>
              <a:t>Static deobfuscation (Rust) + kernel behavioral telemetry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CC99"/>
                </a:solidFill>
              </a:rPr>
              <a:t>~45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37160" cy="64008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I. Script-based threats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1907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Why PowerShell? Stats, real-world droppers.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371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 i="0">
                <a:solidFill>
                  <a:srgbClr val="F58C1A"/>
                </a:solidFill>
              </a:rPr>
              <a:t>2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48840"/>
            <a:ext cx="137160" cy="64008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14884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II. AMSI in 8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49631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What it is, how it scans, where providers plug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1488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 i="0">
                <a:solidFill>
                  <a:srgbClr val="F58C1A"/>
                </a:solidFill>
              </a:rPr>
              <a:t>8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137160" cy="64008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III. Bypass + obfuscation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735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Common techniques, AmsiProviderScanDisruption.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 i="0">
                <a:solidFill>
                  <a:srgbClr val="F58C1A"/>
                </a:solidFill>
              </a:rPr>
              <a:t>12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03320"/>
            <a:ext cx="137160" cy="64008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70332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IV. Detection — two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050791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Static deobfuscation + kernel behavioral.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7033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 i="0">
                <a:solidFill>
                  <a:srgbClr val="F58C1A"/>
                </a:solidFill>
              </a:rPr>
              <a:t>10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480560"/>
            <a:ext cx="137160" cy="64008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8056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V. Live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2803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5 acts on real bypass samples.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44805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 i="0">
                <a:solidFill>
                  <a:srgbClr val="F58C1A"/>
                </a:solidFill>
              </a:rPr>
              <a:t>8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257800"/>
            <a:ext cx="137160" cy="64008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25780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VI. Q&amp;A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60527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2578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 i="0">
                <a:solidFill>
                  <a:srgbClr val="F58C1A"/>
                </a:solidFill>
              </a:rPr>
              <a:t>3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Why scripts are dangerous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58C1A"/>
                </a:solidFill>
              </a:rPr>
              <a:t>Skrypty ≠ exploity. Są jeszcze gorsze.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657600" cy="4206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58C1A"/>
                </a:solidFill>
              </a:rPr>
              <a:t>Bliskość systemu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PowerShell, WMI, JScript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Pełen dostęp do .NET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Reflection bez kompilacji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Living off the land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828800"/>
            <a:ext cx="3657600" cy="4206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96596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58C1A"/>
                </a:solidFill>
              </a:rPr>
              <a:t>Brak wymagań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4688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Nie wymaga kompilacji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834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Brak pliku PE na dysku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2004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Fileless / in-memory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5661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Łatwy do dostarczenia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828800"/>
            <a:ext cx="3200400" cy="4206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96596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58C1A"/>
                </a:solidFill>
              </a:rPr>
              <a:t>Trudność w detekcji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4688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Zaufany interpreter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8346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Code =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2004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Obfuskacja trywialna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56616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Statyka ma pułap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PowerShell — primary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AABBCC"/>
                </a:solidFill>
              </a:rPr>
              <a:t>PowerShell jest preinstalowany na każdym Windowsie od ery Win 7 SP1.</a:t>
            </a:r>
          </a:p>
          <a:p>
            <a:pPr algn="l"/>
            <a:r>
              <a:rPr sz="1500" b="0" i="0">
                <a:solidFill>
                  <a:srgbClr val="AABBCC"/>
                </a:solidFill>
              </a:rPr>
              <a:t>Dla atakującego: zaufany binary, podpisany przez Microsoft, z pełnym .NET runtime.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58C1A"/>
                </a:solidFill>
              </a:rPr>
              <a:t>Typowe role: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Dropper / loader   —  pobiera payload, ładuje go w pamięci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Post-exploit       —  lateral movement, persistence, recon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49039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49039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Credential dumper  —  Invoke-Mimikatz, LSASS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196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25196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Ransomware stager  —  encrypt + exfiltrate + ransom note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3EA1FC"/>
                </a:solidFill>
              </a:rPr>
              <a:t>Przykład — klasyczny dropper: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powershell -nop -w hidden -enc &lt;base64&gt;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-nop = NoProfile,  -w hidden = no console window,  -enc = base64-encoded command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 — Anti-Malware Scan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Microsoft-owy interfejs zaproponowany w Windows 10 (2015).</a:t>
            </a:r>
          </a:p>
          <a:p>
            <a:pPr algn="l"/>
            <a:r>
              <a:rPr sz="1600" b="0" i="0">
                <a:solidFill>
                  <a:srgbClr val="FFFFFF"/>
                </a:solidFill>
              </a:rPr>
              <a:t>Pozwala AV-om skanować *zawartość* skryptu PRZED jego wykonaniem.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58C1A"/>
                </a:solidFill>
              </a:rPr>
              <a:t>Co AMSI skanuje: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PowerShell — całe bloki skryptów, dynamiczne `Invoke-Expression`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33756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JScript / VBScript — Windows Script Host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84048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WMI — operacje na obiektach 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4340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34340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Office macros, .NET Assembly.Load()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46320"/>
            <a:ext cx="365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46320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Każda aplikacja może wywołać `AmsiScanBuffer` na własnych buforach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486400"/>
            <a:ext cx="10698480" cy="914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Provider model — każdy AV rejestruje swoje COM DLL w HKLM\…\AMSI\Providers.</a:t>
            </a:r>
          </a:p>
          <a:p>
            <a:pPr algn="l"/>
            <a:r>
              <a:rPr sz="1300" b="0" i="0">
                <a:solidFill>
                  <a:srgbClr val="AABBCC"/>
                </a:solidFill>
              </a:rPr>
              <a:t>AMSI woła wszystkich providerów, jeden 'malicious' = blokada.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280160"/>
            <a:ext cx="5760720" cy="640080"/>
          </a:xfrm>
          <a:prstGeom prst="rect">
            <a:avLst/>
          </a:prstGeom>
          <a:solidFill>
            <a:srgbClr val="162A3E"/>
          </a:solidFill>
          <a:ln w="25400">
            <a:solidFill>
              <a:srgbClr val="3EA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3258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3EA1FC"/>
                </a:solidFill>
              </a:rPr>
              <a:t>PowerShell.exe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45919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</a:rPr>
              <a:t>  user invokes a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920239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057400"/>
            <a:ext cx="5760720" cy="640080"/>
          </a:xfrm>
          <a:prstGeom prst="rect">
            <a:avLst/>
          </a:prstGeom>
          <a:solidFill>
            <a:srgbClr val="162A3E"/>
          </a:solidFill>
          <a:ln w="25400">
            <a:solidFill>
              <a:srgbClr val="F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1031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AMSI.dll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4231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</a:rPr>
              <a:t>  AmsiScanBuffer(content)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697480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834639"/>
            <a:ext cx="5760720" cy="64008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288035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5B86E"/>
                </a:solidFill>
              </a:rPr>
              <a:t>Registered providers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200399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</a:rPr>
              <a:t>  enumerated from 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474720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3611879"/>
            <a:ext cx="5760720" cy="64008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365759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5B86E"/>
                </a:solidFill>
              </a:rPr>
              <a:t>Provider COM DLLs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39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</a:rPr>
              <a:t>  each scans, returns verdict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251959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389120"/>
            <a:ext cx="5760720" cy="640080"/>
          </a:xfrm>
          <a:prstGeom prst="rect">
            <a:avLst/>
          </a:prstGeom>
          <a:solidFill>
            <a:srgbClr val="162A3E"/>
          </a:solidFill>
          <a:ln w="25400">
            <a:solidFill>
              <a:srgbClr val="F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4434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Aggregated verdict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754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</a:rPr>
              <a:t>  any 'malicious' = 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029200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5166360"/>
            <a:ext cx="5760720" cy="64008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5212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63A2F"/>
                </a:solidFill>
              </a:rPr>
              <a:t>PowerShell decision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5532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</a:rPr>
              <a:t>  CLEAN → execute   /   MAL → red error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 bypass — taxonomy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657600" cy="5212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19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58C1A"/>
                </a:solidFill>
              </a:rPr>
              <a:t>Patch w pamięci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3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VirtualProtect + WriteProcessMemory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599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Patchuje AmsiScanBuffer entry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5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Returns AMSI_RESULT_CLEAN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→ Matt Graeber (2016)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7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→ Tal Liberman variants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3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Pierwszy znany bypass; nadal działa na niezaaktualizowanych targetach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280160"/>
            <a:ext cx="3657600" cy="5212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417319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58C1A"/>
                </a:solidFill>
              </a:rPr>
              <a:t>Reflection bypass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2023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[Ref].Assembly.GetType('AmsiUtils')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599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.GetField('amsiInitFailed')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5175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.SetValue($null, $true)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0175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Wyłącza AMSI session flag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8327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→ One-liner, najprostszy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3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Patchowany przez MS w 2019 ale stale wraca w wariantach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280160"/>
            <a:ext cx="3657600" cy="5212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417319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58C1A"/>
                </a:solidFill>
              </a:rPr>
              <a:t>COM/vtable hijack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192023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DllGetClassObject(provider CLSID)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8599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GetDelegateForFunctionPointer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65175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WriteIntPtr → patch vtable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0175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Każdy COM-side hook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8327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→ AmsiProviderScanDisruption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74903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Lokalny, in-process, omija nawet poprawne AMSI provider'y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III.2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AmsiProviderScanDisruption  —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3EA1FC"/>
                </a:solidFill>
              </a:rPr>
              <a:t>github.com/radkum/AmsiProviderScanDisruption  —  technika opublikowana 5 lat temu.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58C1A"/>
                </a:solidFill>
              </a:rPr>
              <a:t>Idea: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Wylistuj registered providerów z HKLM\…\AMSI\Providers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688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468880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Załaduj ich COM DLL przez `DllGetClassObject`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26080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Wyciągnij IAntimalwareProvider COM object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383280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Patchuj vtable: `IAntimalwareProvider::Scan` → return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Każdy kolejny AMSI scan wraca CLEAN — bez modyfikacji amsi.dll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1">
                <a:solidFill>
                  <a:srgbClr val="E63A2F"/>
                </a:solidFill>
              </a:rPr>
              <a:t>Co to znaczy dla obrońcy: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Atakujący nie tknął amsi.dll. Wszystkie EDR-y patrzące na patch amsi.dll widzą czysto.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Provider DLL też nietknięty — patch jest w vtable, w pamięci procesu.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Statyczna sygnatura złapie literalny kod. Ewasywna wersja (sample 27) — nie.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III.3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Obfuscation — utrudnianie detekcji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Base64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23444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powershell -enc &lt;blob&gt;  /  FromBase64String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String concatenation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'Amsi'+'Init'+'Failed' — naiwna ale skuteczna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-f format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402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"{2}{0}{1}" -f 'Init','Failed','Amsi' → 'AmsiInitFailed'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[char] casts / arrays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74320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[char[]]@(65,109,115,105) -join ''  →  'Amsi'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Custom class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4612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class C { static [string] X() { 'am' } } ;  [C]::X()+'siInit'+'Failed'  →  'amsiInitFailed'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0332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XOR + byte array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49039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@(0x62,0x6e,0x70,0x6a) | %{[char]($_ -bxor 0x03)}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0624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51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Backtick obfuscation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5196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Inv`oke-Ex`pression  — backticki ignorowane w identifierach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0916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Reverse string slice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754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'tpircSekovnI'[-1..-12] -join ''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21208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Env-var indexing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25780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$env:ComSpec[14,15,16,17] -join ''  →  custom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1500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7607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Embedded .NET DLL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576072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[Reflection.Assembly]::Load(FromBase64String(...))  — fileless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217920"/>
            <a:ext cx="393192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63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Runtime-built names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26364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char-code compare zamiast literałów — niedeobfuskowalne statycznie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Two-layer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F58C1A"/>
                </a:solidFill>
              </a:rPr>
              <a:t>Statystyka spotyka behaviour. Każda warstwa łapie co druga przepuści.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77840" cy="4754880"/>
          </a:xfrm>
          <a:prstGeom prst="rect">
            <a:avLst/>
          </a:prstGeom>
          <a:solidFill>
            <a:srgbClr val="162A3E"/>
          </a:solidFill>
          <a:ln w="25400">
            <a:solidFill>
              <a:srgbClr val="3EA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3EA1FC"/>
                </a:solidFill>
              </a:rPr>
              <a:t>Layer 1  —  Inline AMSI 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120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PowerShell → AMSI → ramsi-com.dll (Rust COM)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                   → ps-parser-cli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Statyczna deobfuskacja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Format operator, char arrays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Rekursywny base64 (8 layers)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3484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348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30+ predykatów AMSI bypass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8463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Blokuje BEFORE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2578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Werdykt: Clean / Suspicious / BYPASS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5216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55B86E"/>
                </a:solidFill>
              </a:rPr>
              <a:t>Detection: 27/28 = 96 %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645920"/>
            <a:ext cx="5577840" cy="475488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3736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E63A2F"/>
                </a:solidFill>
              </a:rPr>
              <a:t>Layer 2  —  Kernel behavioral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94560"/>
            <a:ext cx="52120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Kernel driver (sysmon-rs, no_std)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→ userspace daemon (sysmon-um)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20040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2004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PsSetCreateProcessNotifyEx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118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6118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PsSetLoadImageNotify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233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0233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CmRegisterCallback (registry)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3484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4348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Filter \AMSI\ in registry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84632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8463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Suspend → evaluate → terminate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25780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52578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Werdykt na podstawie behaviour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85216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55B86E"/>
                </a:solidFill>
              </a:rPr>
              <a:t>Catches what static cannot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Layer 1  —  Static deobfuscation (pure Rust)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58C1A"/>
                </a:solidFill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212080" cy="502920"/>
          </a:xfrm>
          <a:prstGeom prst="rect">
            <a:avLst/>
          </a:prstGeom>
          <a:solidFill>
            <a:srgbClr val="162A3E"/>
          </a:solidFill>
          <a:ln w="25400">
            <a:solidFill>
              <a:srgbClr val="3EA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184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3EA1FC"/>
                </a:solidFill>
              </a:rPr>
              <a:t>PowerShell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2120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5212080" cy="502920"/>
          </a:xfrm>
          <a:prstGeom prst="rect">
            <a:avLst/>
          </a:prstGeom>
          <a:solidFill>
            <a:srgbClr val="162A3E"/>
          </a:solidFill>
          <a:ln w="25400">
            <a:solidFill>
              <a:srgbClr val="F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042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amsi.dll  ::  AmsiScanBuffer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52120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26080"/>
            <a:ext cx="5212080" cy="50292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900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55B86E"/>
                </a:solidFill>
              </a:rPr>
              <a:t>ramsi-com.dll  (Rust COM provider)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29000"/>
            <a:ext cx="52120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55B86E"/>
                </a:solidFill>
              </a:rPr>
              <a:t>ps-parser-cli engine  (in-process)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52120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78899"/>
                </a:solidFill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97680"/>
            <a:ext cx="5212080" cy="50292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61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63A2F"/>
                </a:solidFill>
              </a:rPr>
              <a:t>AMSI verdict  →  block / allow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58C1A"/>
                </a:solidFill>
              </a:rPr>
              <a:t>ps-parser-cli internals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544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5544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pest grammar — recovers AST + evaluates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11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0116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String methods: Replace, ToUpper, 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688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4688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Format operator -f, [char] casts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926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9260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Recursive base64 (up to 8 layers)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3832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3832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UTF-16LE projection for .NET DLLs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8404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8404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30+ predykatów: amsi.dll, AmsiScanBuffer,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297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2976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amsiInitFailed, AmsiUtils, ETW, WLDP, 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7548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7548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Combo bonuses + scoring algorithm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212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2120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Output: JSON  →  ramsi-com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8521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3EA1FC"/>
                </a:solidFill>
              </a:rPr>
              <a:t>4.7 MB statyczna binarka  •  zero .NET dependencies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IV.1b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ps-parser  —  safe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F58C1A"/>
                </a:solidFill>
              </a:rPr>
              <a:t>Pure data transforms execute.  Side-effectful calls return typed errors — never silently skipped.</a:t>
            </a:r>
          </a:p>
          <a:p>
            <a:pPr algn="l"/>
            <a:r>
              <a:rPr sz="1300" b="0" i="1">
                <a:solidFill>
                  <a:srgbClr val="F58C1A"/>
                </a:solidFill>
              </a:rPr>
              <a:t>API celowo nazwane `safe_eval` — granica zaufania jest wbudowana w architekturę.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577840" cy="429768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55B86E"/>
                </a:solidFill>
              </a:rPr>
              <a:t>✓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</a:rPr>
              <a:t>whitelist — pure, deterministic, no I/O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String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Replace, Substring, Insert, ToUpper/Lower, Trim, Split, PadLeft/Right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7296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Static helpers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4728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[Convert]::FromBase64String, [Text.Encoding]::UTF8.GetString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39896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Operators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4215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+, -, *, /, %, -bxor, -band, -bor, -shl, -shr, -replace, -split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Format operator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8114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"{0}{1}" -f 'foo','bar'  →  'foobar'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7375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Variables +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4807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$script:, $global:, $local:, $env:  (via Variables::env())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PS classes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1500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class C { static [string] X() { 'am' } }  →  [C]::X()  ⇒  'am'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783080"/>
            <a:ext cx="5577840" cy="429768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874519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E63A2F"/>
                </a:solidFill>
              </a:rPr>
              <a:t>✗ Skipped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2402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</a:rPr>
              <a:t>side-effects → MethodError / CommandError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60604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File I/O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8036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Get-Content, Set-Content, Out-File, [IO.File]::*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17296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Invoke-WebRequest, Net.WebClient::DownloadString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739896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Process spawn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014215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Start-Process, Invoke-Expression, iex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30682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Dynamic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58114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Add-Type, [Reflection.Assembly]::Load(...)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87375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Registry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14807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Get-ItemProperty, [Microsoft.Win32.Registry]::*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4406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Filesystem cmdlets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71500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</a:rPr>
              <a:t>Get-ChildItem, New-Item, Remove-Item, dowolna mutacja stanu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172200"/>
            <a:ext cx="11247120" cy="5029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245352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Skutek:  deobfuscator widzi WSZYSTKO co da się policzyć z czystych operacji.  Atak który zależy od I/O lub spawning nie wykonuje się — i jednocześnie jest sygnałem.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IV.2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Layer 2  —  Kernel behavioral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58C1A"/>
                </a:solidFill>
              </a:rPr>
              <a:t>Kernel driver (sysmon-rs, no_std)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PsSetCreateProcessNotifyRoutineEx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6596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 → capture cmdline at process spawn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PsSetLoadImageNotifyRoutine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 → flag amsi.dll / wldp.dll loads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20040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CmRegisterCallbackEx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118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6118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 → filter Registry access by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02336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Sends events via \\.\SysMon to userspace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58C1A"/>
                </a:solidFill>
              </a:rPr>
              <a:t>Userspace daemon (sysmon-um)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544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5544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Polling \\.\SysMon at 200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9659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6596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Tracks pid → cmdline 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37744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37744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On AMSI registry recon: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78892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78892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 1.  NtSuspendProcess(pid)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0040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20040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 2.  call ps-parser-cli on cmdline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6118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6118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 3.  Suspicious → log,  BYPASS → kill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0233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02336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Audit log per scanned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212080"/>
            <a:ext cx="10698480" cy="128016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E63A2F"/>
                </a:solidFill>
              </a:rPr>
              <a:t>Co Layer 2 widzi a Layer 1 nie: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Każde otwarcie klucza rejestru ze ścieżką \AMSI\ — niezależnie od tego jak nazwa klucza była zbudowana w kodzie.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Behaviour pozostaje, nawet gdy literalne identyfikatory są rekonstruowane w runtime.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468880"/>
            <a:ext cx="12188952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889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</a:rPr>
              <a:t>5 actów — od literalnego bypass'a po behavioral catch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1: Layer 1 blocks an obfuscated bypass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21208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2: Detection rate sweep — 27/28 = 96 %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7784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3: Literal radkum technique caught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4: Evasive variant — only Suspicious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 5: Behavioral catches the residual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1  —  Obfuscated AMSI bypass (sample 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Cały skompilowany .NET DLL zakodowany w base64, ładowany przez Reflection.Assembly::Load.</a:t>
            </a:r>
          </a:p>
        </p:txBody>
      </p:sp>
      <p:pic>
        <p:nvPicPr>
          <p:cNvPr id="6" name="Picture 5" descr="1_obfuscated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38912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778899"/>
                </a:solidFill>
              </a:rPr>
              <a:t>samples\malicious\14_amsi_buffer_path.ps1  —  first 8 lines.   Line 3 = entire AmsiBypass.dll as base64.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V.1b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1  —  ps-parser-cli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Rekurencyjny base64 deobfuscator wyciąga literały z UTF-16LE #US section.</a:t>
            </a:r>
          </a:p>
        </p:txBody>
      </p:sp>
      <p:pic>
        <p:nvPicPr>
          <p:cNvPr id="6" name="Picture 5" descr="2_pscli_sample14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554480"/>
            <a:ext cx="7315200" cy="411480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760720"/>
            <a:ext cx="10698480" cy="68580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55B86E"/>
                </a:solidFill>
              </a:rPr>
              <a:t>status = AMSI BYPASS    •    confidence = 100    •    indicators: AmsiDll, MemoryPatch, VtableManipulation, TelemetryFunction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2  —  Detection rate sweep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Tym samym silnikiem na pełnym zestawie 28 obfuskowanych sample'ów.</a:t>
            </a:r>
          </a:p>
        </p:txBody>
      </p:sp>
      <p:pic>
        <p:nvPicPr>
          <p:cNvPr id="6" name="Picture 5" descr="3_pscli_full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57200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55B86E"/>
                </a:solidFill>
              </a:rPr>
              <a:t>27 × AMSI BYPASS    •    1 × Suspicious  (sample 27 — patrz Akt 4)    •    0 × Clean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3  —  Literal radkum technique (sample 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Adaptacja github.com/radkum/AmsiProviderScanDisruption — bez obfuskacji.</a:t>
            </a:r>
          </a:p>
        </p:txBody>
      </p:sp>
      <p:pic>
        <p:nvPicPr>
          <p:cNvPr id="6" name="Picture 5" descr="4_sample26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29768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778899"/>
                </a:solidFill>
              </a:rPr>
              <a:t>Literalne DllGetClassObject, Marshal.WriteIntPtr, AllocHGlobal — wszystko na wierzchu.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3  —  Live block in PowerShell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Provider zwraca AMSI_RESULT_DETECTED. PS odmawia wykonania.</a:t>
            </a:r>
          </a:p>
        </p:txBody>
      </p:sp>
      <p:pic>
        <p:nvPicPr>
          <p:cNvPr id="6" name="Picture 5" descr="5_amsi_red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20624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</a:rPr>
              <a:t>Standardowy AMSI block message — nie nasza nakładka.  Skrypt sprzed 5 lat → blokowany dziś przez własny detector autora.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4  —  Evasive variant (sample 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To samo zachowanie co sample 26 — każdy identyfikator zrekonstruowany w runtime.</a:t>
            </a:r>
          </a:p>
        </p:txBody>
      </p:sp>
      <p:pic>
        <p:nvPicPr>
          <p:cNvPr id="6" name="Picture 5" descr="6_sample27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402336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31520" y="5669280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Type name z char-code compare:  [int][char]$k[0] -eq 65   (= 'A')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Method name z base64:  'RGxsR2V0Q2xhc3NPYmplY3Q='  →  DllGetClassObject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30936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Attribute name z konkatenacji:  'Unmanaged' + 'FunctionPointer'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V.4b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4  —  ⭐ PUNCH  ⭐  ps-parser-cli says 'Suspicious'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Best static engine recovers DllGetClassObject from base64. But cannot reach BYPASS verdict.</a:t>
            </a:r>
          </a:p>
        </p:txBody>
      </p:sp>
      <p:pic>
        <p:nvPicPr>
          <p:cNvPr id="6" name="Picture 5" descr="7_pscli_sample27_suspici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54480"/>
            <a:ext cx="6675120" cy="420624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852160"/>
            <a:ext cx="10698480" cy="685800"/>
          </a:xfrm>
          <a:prstGeom prst="rect">
            <a:avLst/>
          </a:prstGeom>
          <a:solidFill>
            <a:srgbClr val="162A3E"/>
          </a:solidFill>
          <a:ln w="25400">
            <a:solidFill>
              <a:srgbClr val="F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58C1A"/>
                </a:solidFill>
              </a:rPr>
              <a:t>status = Suspicious    •    confidence = 24    •    is_amsi_bypass = false    •    indicators: ComManipulation ×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V.4c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4  —  Suspicious is NOT a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Provider returns CLEAN to AMSI (is_amsi_bypass=false). PowerShell executes the script.</a:t>
            </a:r>
          </a:p>
        </p:txBody>
      </p:sp>
      <p:pic>
        <p:nvPicPr>
          <p:cNvPr id="6" name="Picture 5" descr="7_pscli_sample27_not_b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11480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760720"/>
            <a:ext cx="10698480" cy="777240"/>
          </a:xfrm>
          <a:prstGeom prst="rect">
            <a:avLst/>
          </a:prstGeom>
          <a:solidFill>
            <a:srgbClr val="162A3E"/>
          </a:solidFill>
          <a:ln w="25400">
            <a:solidFill>
              <a:srgbClr val="E6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E63A2F"/>
                </a:solidFill>
              </a:rPr>
              <a:t>To jest pułap statyki w działaniu.  Silnik widzi pęknięcie, nie ma dowodu na bypass.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Behavioral observation closes the gap.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Act 5  —  Layer 2 (kernel) catches the recon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F58C1A"/>
                </a:solidFill>
              </a:rPr>
              <a:t>Każdy OpenSubKey z \AMSI\ w ścieżce  →  event AMSI-RECON w sysmon-um.</a:t>
            </a:r>
          </a:p>
        </p:txBody>
      </p:sp>
      <p:pic>
        <p:nvPicPr>
          <p:cNvPr id="6" name="Picture 5" descr="8_sample27_layer2_cau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4297680"/>
          </a:xfrm>
          <a:prstGeom prst="rect">
            <a:avLst/>
          </a:prstGeom>
          <a:ln w="6350">
            <a:solidFill>
              <a:srgbClr val="77889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31520" y="5989320"/>
            <a:ext cx="10698480" cy="50292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55B86E"/>
                </a:solidFill>
              </a:rPr>
              <a:t>Żadna legitymna aplikacja nie czyta tych kluczy.  Decyzja w 10 ms.  Definitywna.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315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Summary — detection gradient on sample 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657600" cy="4572000"/>
          </a:xfrm>
          <a:prstGeom prst="rect">
            <a:avLst/>
          </a:prstGeom>
          <a:solidFill>
            <a:srgbClr val="162A3E"/>
          </a:solidFill>
          <a:ln w="2540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778899"/>
                </a:solidFill>
              </a:rPr>
              <a:t>Naive static parser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AST + literal-string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Widzi: literal AMSI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8036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Widzi: literal AmsiUtils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9184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Widzi: amsiInitFailed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37760"/>
            <a:ext cx="329184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77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83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778899"/>
                </a:solidFill>
              </a:rPr>
              <a:t>Clean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778899"/>
                </a:solidFill>
              </a:rPr>
              <a:t>no signal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371600"/>
            <a:ext cx="3657600" cy="4572000"/>
          </a:xfrm>
          <a:prstGeom prst="rect">
            <a:avLst/>
          </a:prstGeom>
          <a:solidFill>
            <a:srgbClr val="162A3E"/>
          </a:solidFill>
          <a:ln w="25400">
            <a:solidFill>
              <a:srgbClr val="F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55448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58C1A"/>
                </a:solidFill>
              </a:rPr>
              <a:t>ps-parser-cli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9659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F58C1A"/>
                </a:solidFill>
              </a:rPr>
              <a:t>Rust + recursive base64 + 30 predykatów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4688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46888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Wyciąga DllGetClassObject z b64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8803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88036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Łapie ComManipulation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29184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29184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Sygnał — ale bez literalnego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70332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70332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AMSI w żadnej formie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4937760"/>
            <a:ext cx="329184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F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983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F58C1A"/>
                </a:solidFill>
              </a:rPr>
              <a:t>Suspicious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406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58C1A"/>
                </a:solidFill>
              </a:rPr>
              <a:t>widzi pęknięcie — ale nie dowód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1371600"/>
            <a:ext cx="3657600" cy="4572000"/>
          </a:xfrm>
          <a:prstGeom prst="rect">
            <a:avLst/>
          </a:prstGeom>
          <a:solidFill>
            <a:srgbClr val="162A3E"/>
          </a:solidFill>
          <a:ln w="254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19" y="155448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5B86E"/>
                </a:solidFill>
              </a:rPr>
              <a:t>Layer 2 (kernel)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659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55B86E"/>
                </a:solidFill>
              </a:rPr>
              <a:t>Behavioral — runtime observation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19" y="246888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246888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Process otwiera \AMSI\ key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288036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288036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Niezależne od literałów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329184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29184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Niezależne od obfuskacji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19" y="3703320"/>
            <a:ext cx="365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370332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Widzi realny dostęp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19" y="4937760"/>
            <a:ext cx="329184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55B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19" y="4983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55B86E"/>
                </a:solidFill>
              </a:rPr>
              <a:t>AMSI BYPASS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19" y="54406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55B86E"/>
                </a:solidFill>
              </a:rPr>
              <a:t>definitive, 10 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080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Statyka ma fundamentalny pułap.  Każda warstwa ma swoje miejsce.</a:t>
            </a:r>
          </a:p>
          <a:p>
            <a:pPr algn="ctr"/>
            <a:r>
              <a:rPr sz="1400" b="1" i="0">
                <a:solidFill>
                  <a:srgbClr val="FFFFFF"/>
                </a:solidFill>
              </a:rPr>
              <a:t>Defense in depth nie jest opcjonalne — jest konieczne.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0"/>
            <a:ext cx="12188952" cy="137160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234440"/>
            <a:ext cx="121889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58C1A"/>
                </a:solidFill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6616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ps-parser   —  crates.io/crates/ps-parser     (Rust PowerShell evaluator)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02336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AmsiProviderScanDisruption   —  github.com/radkum/AmsiProviderScanDisruption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8056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windows-kernel-rs   —  github.com/radkum/windows-kernel-rs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AMSI documentation   —  learn.microsoft.com/en-us/windows/win32/amsi/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58C1A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9496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Confidence   —  this project, full source available on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Radosław Kumorek   •   Kaseya   •   radoslaw.kumorek@kaseya.com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